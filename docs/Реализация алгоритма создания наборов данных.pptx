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4491F9-CB61-455F-8078-E7FCE43AEC8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641DCA-C6CA-4F6E-8F27-3D3EE9978D9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808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Реализация методики создания наборов данных. Обучение моделей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1403640"/>
            <a:ext cx="10079640" cy="377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24000" y="263520"/>
            <a:ext cx="2375640" cy="46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Реализация методики создания наборов данных. Первая стадия. Инференс на сырых данных и оценка согласованности моделей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3060000" y="0"/>
            <a:ext cx="7019640" cy="565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24000" y="263520"/>
            <a:ext cx="2375640" cy="469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Реализация методики создания наборов данных. Вторая стадия. Оценка авторазметки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3903840" y="0"/>
            <a:ext cx="5995800" cy="55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1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143280" y="0"/>
            <a:ext cx="9756720" cy="56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2"/>
          <a:stretch/>
        </p:blipFill>
        <p:spPr>
          <a:xfrm>
            <a:off x="8460000" y="3240000"/>
            <a:ext cx="1571400" cy="23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2026-05-22T21:28:47Z</dcterms:created>
  <dc:creator/>
  <dc:description/>
  <dc:language>ru-RU</dc:language>
  <cp:lastModifiedBy/>
  <dcterms:modified xsi:type="dcterms:W3CDTF">2026-05-22T21:44:25Z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